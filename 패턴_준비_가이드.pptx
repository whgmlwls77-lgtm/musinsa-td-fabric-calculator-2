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FOR. 협력 업체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원단 요척 산출 시스템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준비 가이드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DXF 패턴 파일을 자동 분석 시스템에서 정확히 인식하기 위한 작성 규칙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v1.1 · 2026-04-24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규칙이 필요한가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시스템은 DXF 파일 안의 메타데이터(Piece Name / Size / Quantity / Material)를 읽어 자동 계산합니다.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7764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규칙 안 지키면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분류가 '미지정'으로 떨어져 잘못 집계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사이즈별 요척 계산이 틀어짐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요척 값이 비정상적으로 산출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업체마다 다른 표기로 자동화 불가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9776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규칙 지키면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21945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자동 분류 (주원단/심지/안감/배색/주머니감)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사이즈별 요척 정확히 산출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50×50 스케일 박스 자동 제외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CAD 종류(Yuka·Optitex·Gerber 등) 무관 동작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기본 요구사항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DXF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AutoCAD 호환 CAD 교환 포맷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 (권장)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· inch · m 도 자동 감지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517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CAD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5종+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Yuka · Optitex · Gerber · StyleCAD · PAD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$INSUNITS 헤더가 없거나 틀려도 좌표 크기로 자동 단위 추정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이름 + 외곽선 규칙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블록 이름 = 부위명 + 번호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예시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 BODY 1, FRONT BODY 2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BODY, BACK YOKE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SLEEVE 1, SLEEVE 2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COLLAR, COLLAR BAND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CUFF 1, CUFF 2, POCKET 1, POCKET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39776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피해주세요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 2,  BLK_001,  블록1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외곽선 = 시접 포함한 재단선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77640" cy="3154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닫힌 POLYLINE (closed)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시접 포함된 재단선으로 작성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시스템이 '가장 큰 외곽선'을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자동으로 재단선으로 인식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(완성선은 따로 있어도 OK)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시접 제외된 완성선만 있으면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요척이 실제보다 적게 산출됨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피스 메타정보 — 필수 4가지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피스(블록) 내부에 TEXT 엔티티로 반드시 포함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3017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Name: </a:t>
            </a:r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 BODY 1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Size: </a:t>
            </a:r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Quantity: </a:t>
            </a:r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</a:t>
            </a:r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40680" y="15544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Piece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부위명 (영문)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2402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사이즈 (S/M/L 또는 숫자)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9260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Quantity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1벌당 재단 개수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36118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Material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코드 (다음 슬라이드)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부위명 표기 — 영문 표준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의류 패턴은 영문 명칭이 업계 표준. 한글·한자 표기는 피해주세요.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영문 표기 (권장)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 BODY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 BODY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뒷요크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 YOKE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BK YK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SIDE BODY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SLEEVE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넥밴드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COLLAR BAND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영문 표기 (권장)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커프스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허리밴드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WAISTBAND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주머니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POCKET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PKT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플래킷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PLACKET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PLKT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바인딩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BINDING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STRAP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벨트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좌/우 대칭·다중 피스 = 뒤에 번호 붙이기 (예: FRONT BODY 1, FRONT BODY 2)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구분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65760"/>
            <a:ext cx="13716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가장 중요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정보가 잘못되면 원단 요척이 틀어집니다.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00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1600200" cy="82296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제감 / 주원단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원단 (겉면)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레거시: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67128" y="1371600"/>
            <a:ext cx="1600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1371600"/>
            <a:ext cx="1600200" cy="822960"/>
          </a:xfrm>
          <a:prstGeom prst="rect">
            <a:avLst/>
          </a:prstGeom>
          <a:solidFill>
            <a:srgbClr val="A0C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167128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67128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58568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접착심 (칼라·커프스)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67128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레거시: FN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7056" y="1371600"/>
            <a:ext cx="1600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7056" y="1371600"/>
            <a:ext cx="1600200" cy="822960"/>
          </a:xfrm>
          <a:prstGeom prst="rect">
            <a:avLst/>
          </a:prstGeom>
          <a:solidFill>
            <a:srgbClr val="F0E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877056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877056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68496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라이닝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77056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레거시: 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86984" y="1371600"/>
            <a:ext cx="1600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6984" y="1371600"/>
            <a:ext cx="1600200" cy="822960"/>
          </a:xfrm>
          <a:prstGeom prst="rect">
            <a:avLst/>
          </a:prstGeom>
          <a:solidFill>
            <a:srgbClr val="F4B0C0"/>
          </a:solidFill>
          <a:ln/>
        </p:spPr>
      </p:sp>
      <p:sp>
        <p:nvSpPr>
          <p:cNvPr id="27" name="Text 25"/>
          <p:cNvSpPr/>
          <p:nvPr/>
        </p:nvSpPr>
        <p:spPr>
          <a:xfrm>
            <a:off x="5586984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86984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78424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콘트라스트 원단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6984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레거시: 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96912" y="1371600"/>
            <a:ext cx="1600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1371600"/>
            <a:ext cx="1600200" cy="822960"/>
          </a:xfrm>
          <a:prstGeom prst="rect">
            <a:avLst/>
          </a:prstGeom>
          <a:solidFill>
            <a:srgbClr val="C0E0A0"/>
          </a:solidFill>
          <a:ln/>
        </p:spPr>
      </p:sp>
      <p:sp>
        <p:nvSpPr>
          <p:cNvPr id="33" name="Text 31"/>
          <p:cNvSpPr/>
          <p:nvPr/>
        </p:nvSpPr>
        <p:spPr>
          <a:xfrm>
            <a:off x="7296912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POCKET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96912" y="2743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88352" y="32004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포켓 안감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96912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레거시: PK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기존 Optitex 파일의 1 / FN / IL 코드도 계속 인식됩니다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표기 — 두 가지 방법 중 하나만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A — 권장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Material 메타에 코드 직접 기재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SELF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FUSE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LINING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CONTRAST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Material: POCKET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Method B — 대안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Piece Name에 접미사로 표기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6576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77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Name: COLLAR FUSE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Name: CUFF LINING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Name: FRONT CONTRAST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Name: POCKET LINING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(Optitex 관행)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+ 사이즈 표기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Quantity — 1벌당 재단 개수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Quantity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뒷판 (cut on fold)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앞판 좌·우 (비대칭)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각각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커프스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칼라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주머니 (좌·우)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— 풀 그레이딩 파일 필수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141732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상의 사이즈 (영문 알파벳)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 ·  S  ·  M  ·  L  ·  XL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하의 사이즈 (인치 · 무신사 스탠다드)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2514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남자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27 28 29 30 31 32 33 34 35 36 40 42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여자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23 24 25 26 27 28 29 30 31 32 34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사이즈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상의 — 남자 L / 여자 S     ·     하의 — 남자 32 / 여자 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그레이딩 파일 구조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각 사이즈마다 별도 블록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각 블록 내 SIZE 메타 필수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피해야 할 실수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 닫혀있지 않음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POLYLINE 속성 closed=False 이거나 선 끊김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Piece Name / Material 누락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시스템이 '미지정'으로 분류, 주원단에 잘못 합산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완성선만 있고 재단선 없음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시접 포함된 외곽선 반드시 포함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이름 중복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이름의 블록 여러 개 금지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83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Quantity 잘못 표기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소매·커프스 등 2개 필요한 피스는 Quantity: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40690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383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235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한글/한자 피스명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가능하면 영문 표준 표기 (한글도 인식은 되지만)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전 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보내기 전 아래 10개 항목을 확인하세요.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DXF 포맷으로 저장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630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cm (또는 mm)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46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피스가 블록(Block)으로 묶여있음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792224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746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이름 = 부위명 + 번호 (예: FRONT BODY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075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 = 시접 포함된 재단선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121408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075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Piece Name 기재 (영문 권장)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 기재 — 풀 그레이딩은 필수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404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Quantity 기재 (1벌당 실 재단 개수)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734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Material 코드 기재 (SELF / FUSE / LINING / CONTRAST / POCKET)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7977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734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이름 중복 없음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10개 모두 충족 → 시스템이 자동 분석 · 정확한 요척 산출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패턴 = 정확한 요척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가이드를 따라주시면 시스템이 자동으로 정확하게 계산합니다.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743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https://musinsa-td-fabric-calc.streamlit.app/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문의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[TD 담당자 · 이메일 / 슬랙]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패턴 준비 가이드</dc:title>
  <dc:subject>PptxGenJS Presentation</dc:subject>
  <dc:creator>원단 요척 산출 시스템 TD팀</dc:creator>
  <cp:lastModifiedBy>원단 요척 산출 시스템 TD팀</cp:lastModifiedBy>
  <cp:revision>1</cp:revision>
  <dcterms:created xsi:type="dcterms:W3CDTF">2026-04-23T23:11:19Z</dcterms:created>
  <dcterms:modified xsi:type="dcterms:W3CDTF">2026-04-23T23:11:19Z</dcterms:modified>
</cp:coreProperties>
</file>